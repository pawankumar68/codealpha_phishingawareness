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499" y="-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AB6E75-3675-4D75-8F82-E1A6062DF2DF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CBEB80-4D83-44EB-9D4C-F7B9FE4EB7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08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ocs.google.com/forms/d/e/1FAIpQLSezMow4sI2gql7r475Cn7x-i2qXvGRrVRYiO6S7oxO4ntNGAA/viewform?usp=publish-edito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19456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AWARENESS TRAINING</a:t>
            </a:r>
            <a:endParaRPr lang="en-US" sz="4800" dirty="0"/>
          </a:p>
        </p:txBody>
      </p:sp>
      <p:sp>
        <p:nvSpPr>
          <p:cNvPr id="4" name="Text 1"/>
          <p:cNvSpPr/>
          <p:nvPr/>
        </p:nvSpPr>
        <p:spPr>
          <a:xfrm>
            <a:off x="640080" y="3566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take the bait — Learn to spot, stop, and report phishing attacks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10515600" y="5120640"/>
            <a:ext cx="1280160" cy="12801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1" descr="shield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539496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008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 Cyber Security Internship  |  Task 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question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691640" y="2286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basics of phishing attacks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480560" y="1645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envelope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20116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3212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Phishing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532120" y="2286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spear, smishing, vishing &amp; more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8321040" y="164592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49640" y="1874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usersecret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0" y="20116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72600" y="18105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Engineering Tactics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9372600" y="228600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manipulate human psychology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4008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868680" y="3566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search_cher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70332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691640" y="3502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Red Flags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69164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fake emails &amp; websites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448056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09160" y="3566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shield_cher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6320" y="370332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532120" y="3502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Prevention Best Practices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553212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safe online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8321040" y="3337560"/>
            <a:ext cx="3566160" cy="146304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49640" y="35661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grad_cher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0" y="3703320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372600" y="35021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Knowledge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9372600" y="397764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 to reinforce learning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990011"/>
          </a:solidFill>
          <a:ln/>
        </p:spPr>
      </p:sp>
      <p:pic>
        <p:nvPicPr>
          <p:cNvPr id="3" name="Image 0" descr="fish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37744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393192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"Hooking" victims with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bait — emails, messages,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websites designed to</a:t>
            </a:r>
            <a:endParaRPr lang="en-US" sz="1600" dirty="0"/>
          </a:p>
          <a:p>
            <a:pPr marL="0" indent="0" algn="l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trustworthy.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486400" y="5486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Phishing?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486400" y="1463040"/>
            <a:ext cx="6126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type of cyber attack where criminals impersonate a trustworthy organization or person to trick you into revealing sensitive information.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0" y="2468880"/>
            <a:ext cx="6126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usually aim to steal: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0" y="3063240"/>
            <a:ext cx="320040" cy="3200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9" name="Image 1" descr="times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3127248"/>
            <a:ext cx="192024" cy="1920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8932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&amp; login credentials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0" y="3657600"/>
            <a:ext cx="320040" cy="3200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2" name="Image 2" descr="times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3721608"/>
            <a:ext cx="192024" cy="19202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989320" y="36118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/ banking details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0" y="4251960"/>
            <a:ext cx="320040" cy="3200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5" name="Image 3" descr="times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4315968"/>
            <a:ext cx="192024" cy="19202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989320" y="4206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identification information (PII)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0" y="4846320"/>
            <a:ext cx="320040" cy="320040"/>
          </a:xfrm>
          <a:prstGeom prst="ellipse">
            <a:avLst/>
          </a:prstGeom>
          <a:solidFill>
            <a:srgbClr val="F2F2F2"/>
          </a:solidFill>
          <a:ln/>
        </p:spPr>
      </p:sp>
      <p:pic>
        <p:nvPicPr>
          <p:cNvPr id="18" name="Image 4" descr="times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4910328"/>
            <a:ext cx="192024" cy="19202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989320" y="4800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 company systems &amp; networks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Phishing Attacks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envelope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1945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Phishing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920240" y="251460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emails impersonating banks, companies, or services to steal credentials.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400800" y="173736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201168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usersecret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945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80960" y="20116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680960" y="251460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targeted attacks aimed at a specific person, using personal details.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42062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914400" y="4480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hone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46634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&amp; Vishing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1920240" y="498348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via SMS text messages (smishing) or phone calls (vishing).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6400800" y="420624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675120" y="44805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link_cher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66344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80960" y="44805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/ Website Phishing</a:t>
            </a:r>
            <a:endParaRPr lang="en-US" sz="1900" dirty="0"/>
          </a:p>
        </p:txBody>
      </p:sp>
      <p:sp>
        <p:nvSpPr>
          <p:cNvPr id="22" name="Text 16"/>
          <p:cNvSpPr/>
          <p:nvPr/>
        </p:nvSpPr>
        <p:spPr>
          <a:xfrm>
            <a:off x="7680960" y="4983480"/>
            <a:ext cx="3977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websites that look identical to real ones, designed to capture logins.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Social Engineering Tactics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Attackers exploit human emotions and psychology — not just technology.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account will be suspended in 24 hours!" — pressures victims into acting fast without thinking.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720840" y="22402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720840" y="274320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a CEO, bank, or government agency to seem legitimate and demand compliance.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6012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Threats of legal action, fines, or account closure to provoke a panicked response.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0" y="4206240"/>
            <a:ext cx="5394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4434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/ Greed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20840" y="4937760"/>
            <a:ext cx="4800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"You've won a prize!" or fake invoices/attachments that tempt victims to click.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Phishing Email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035040" cy="4846320"/>
          </a:xfrm>
          <a:prstGeom prst="roundRect">
            <a:avLst>
              <a:gd name="adj" fmla="val 94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6035040" cy="50292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Message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</a:t>
            </a: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Amaz0n-Support@secure-amazonn.com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To: </a:t>
            </a: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you@example.com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315468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URGENT: Your account has been suspended!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611880"/>
            <a:ext cx="5577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749040"/>
            <a:ext cx="5577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Customer,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detected unusual activity on your account. Click the link below within 24 hours to verify your identity, or your account will be permanently suspended.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Verify My Account Now ]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you,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Security Team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949440" y="1554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Flags to Look For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949440" y="224028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3" name="Image 0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2313432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452360" y="21945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domain ("amazonn.com" instead of "amazon.com")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949440" y="2953512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6" name="Image 1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3026664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452360" y="290779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greeting ("Dear Customer" instead of your name)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949440" y="3666744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9" name="Image 2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3739896"/>
            <a:ext cx="219456" cy="2194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452360" y="362102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 &amp; threats ("24 hours or suspended")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6949440" y="4379976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2" name="Image 3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445312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52360" y="43342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links — hover to preview the real URL before clicking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6949440" y="5093208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5" name="Image 4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5166360"/>
            <a:ext cx="219456" cy="2194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452360" y="504748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info via email/links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6949440" y="580644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8" name="Image 5" descr="warning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1736" y="5879592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452360" y="5760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grammar, spelling errors, or odd formatting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Spot a Fake Website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949440" cy="1188720"/>
          </a:xfrm>
          <a:prstGeom prst="roundRect">
            <a:avLst>
              <a:gd name="adj" fmla="val 4615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146304" cy="146304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828800"/>
            <a:ext cx="146304" cy="146304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6" name="Shape 4"/>
          <p:cNvSpPr/>
          <p:nvPr/>
        </p:nvSpPr>
        <p:spPr>
          <a:xfrm>
            <a:off x="1325880" y="1828800"/>
            <a:ext cx="146304" cy="146304"/>
          </a:xfrm>
          <a:prstGeom prst="ellipse">
            <a:avLst/>
          </a:prstGeom>
          <a:solidFill>
            <a:srgbClr val="6BCB77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148840"/>
            <a:ext cx="649224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</p:sp>
      <p:pic>
        <p:nvPicPr>
          <p:cNvPr id="8" name="Image 0" descr="lockopen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40280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2148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00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http://www.paypa1-secure-login.com/account/verify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320040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1" name="Image 1" descr="ba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27355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43000" y="31546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HTTPS / padlock icon — connection isn't secure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4" name="Image 2" descr="ba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3959352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38404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Misspelled or unusual domain name (e.g. "paypa1" with a number 1)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457200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7" name="Image 3" descr="ba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4645152"/>
            <a:ext cx="219456" cy="21945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43000" y="45262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words before the real domain (subdomains used to deceive)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40080" y="525780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0" name="Image 4" descr="ba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5330952"/>
            <a:ext cx="219456" cy="21945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143000" y="52120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Pop-ups asking for login credentials repeatedly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40080" y="5943600"/>
            <a:ext cx="365760" cy="36576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23" name="Image 5" descr="ba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6016752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43000" y="589788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design quality, broken images, or low-resolution logos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7955280" y="164592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2F3C7E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6" name="Image 6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0" y="1874520"/>
            <a:ext cx="411480" cy="41148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8778240" y="1874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Click...</a:t>
            </a:r>
            <a:endParaRPr lang="en-US" sz="1700" dirty="0"/>
          </a:p>
        </p:txBody>
      </p:sp>
      <p:sp>
        <p:nvSpPr>
          <p:cNvPr id="28" name="Text 19"/>
          <p:cNvSpPr/>
          <p:nvPr/>
        </p:nvSpPr>
        <p:spPr>
          <a:xfrm>
            <a:off x="8229600" y="260604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Hover over links to preview the actual URL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8229600" y="33832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Check sender's full email address carefully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8229600" y="41605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for HTTPS and the padlock symbol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8229600" y="49377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Type the website URL directly instead of clicking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8229600" y="5715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Verify by contacting the company through official channels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45920"/>
            <a:ext cx="6858000" cy="4754880"/>
          </a:xfrm>
          <a:prstGeom prst="roundRect">
            <a:avLst>
              <a:gd name="adj" fmla="val 962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envelope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9202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00200" y="1920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Your package could not be delivered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14400" y="2651760"/>
            <a:ext cx="63093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From: delivery-notice@fedex-tracking-update.com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Dear Valued Customer,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attempted to deliver your package today but were unable to complete delivery due to an incomplete address. To reschedule delivery, please pay a small redelivery fee of $1.99 by clicking the link below within 48 hours, or your package will be returned to sender.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Reschedule Delivery ]</a:t>
            </a:r>
            <a:endParaRPr lang="en-US" sz="1350" dirty="0"/>
          </a:p>
          <a:p>
            <a:pPr marL="0" indent="0">
              <a:buNone/>
            </a:pP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FedEx Customer Service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772400" y="1645920"/>
            <a:ext cx="3749040" cy="4754880"/>
          </a:xfrm>
          <a:prstGeom prst="roundRect">
            <a:avLst>
              <a:gd name="adj" fmla="val 1951"/>
            </a:avLst>
          </a:prstGeom>
          <a:solidFill>
            <a:srgbClr val="99001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924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Phishing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092440" y="26060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Real courier services rarely charge tiny 'redelivery fees' via email links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92440" y="33832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Domain 'fedex-tracking-update.com' is NOT the official fedex.com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92440" y="4160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Creates urgency with a 48-hour deadline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92440" y="49377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Asks for payment/card details through an embedded link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092440" y="5715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greeting, no tracking number or order reference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3645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to Stay Safe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search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1305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Before You Trust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1440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Double-check sender addresses, URLs, and contact companies directly through official channels.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8056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lockopen_cher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2130552"/>
            <a:ext cx="402336" cy="40233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Strong Authentication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5488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Multi-Factor Authentication (MFA) so a stolen password alone isn't enough.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321040" y="169164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595360" y="19659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shield_cher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9952" y="2130552"/>
            <a:ext cx="402336" cy="40233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95360" y="2834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Software Updated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595360" y="3246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browsers, antivirus, and apps regularly to patch security vulnerabilities.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14400" y="4343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ban_cherr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4507992"/>
            <a:ext cx="402336" cy="40233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440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Sensitive Info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914400" y="5623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Legitimate organizations never ask for passwords or OTPs via email or phone.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448056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754880" y="4343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4" descr="eye_cherr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9472" y="4507992"/>
            <a:ext cx="402336" cy="40233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75488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Before You Click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754880" y="5623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over links, check attachments, and pause before reacting to urgent requests.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8321040" y="40690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2F2F2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595360" y="434340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users_cherr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9952" y="4507992"/>
            <a:ext cx="402336" cy="40233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595360" y="5212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&amp; Educate</a:t>
            </a:r>
            <a:endParaRPr lang="en-US" sz="1600" dirty="0"/>
          </a:p>
        </p:txBody>
      </p:sp>
      <p:sp>
        <p:nvSpPr>
          <p:cNvPr id="32" name="Text 24"/>
          <p:cNvSpPr/>
          <p:nvPr/>
        </p:nvSpPr>
        <p:spPr>
          <a:xfrm>
            <a:off x="8595360" y="56235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suspicious emails to IT/security teams and share awareness with colleagues &amp; family.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097280"/>
            <a:ext cx="4114800" cy="4114800"/>
          </a:xfrm>
          <a:prstGeom prst="ellipse">
            <a:avLst/>
          </a:prstGeom>
          <a:solidFill>
            <a:srgbClr val="3F4F9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3F4F9E"/>
          </a:solidFill>
          <a:ln/>
        </p:spPr>
      </p:sp>
      <p:pic>
        <p:nvPicPr>
          <p:cNvPr id="4" name="Image 0" descr="gra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9144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25603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Your Knowledge!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508760" y="35204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this short interactive quiz to check how well you can spot phishing attempts.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09160" y="4389120"/>
            <a:ext cx="2743200" cy="685800"/>
          </a:xfrm>
          <a:prstGeom prst="roundRect">
            <a:avLst>
              <a:gd name="adj" fmla="val 13333"/>
            </a:avLst>
          </a:prstGeom>
          <a:solidFill>
            <a:srgbClr val="990011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>
            <a:hlinkClick r:id="rId4"/>
          </p:cNvPr>
          <p:cNvSpPr/>
          <p:nvPr/>
        </p:nvSpPr>
        <p:spPr>
          <a:xfrm>
            <a:off x="4709160" y="4389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Take the Quiz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0876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https://docs.google.com/forms/d/e/1FAIpQLSezMow4sI2gql7r475Cn7x-i2qXvGRrVRYiO6S7oxO4ntNGAA/viewform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9900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5" name="Image 0" descr="check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2121408"/>
            <a:ext cx="237744" cy="237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82880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relies on deception and urgency — pause before you act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40080" y="28346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68680" y="3017520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9" name="Image 1" descr="check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12724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283464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sender addresses, links, and requests independently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640080" y="384048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868680" y="4023360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3" name="Image 2" descr="check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4133088"/>
            <a:ext cx="237744" cy="2377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384048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MFA wherever possible to add an extra layer of protection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40080" y="484632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68680" y="5029200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7" name="Image 3" descr="check_cher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513892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54480" y="4846320"/>
            <a:ext cx="9784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in doubt, don't click — report it to your security team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alert. Stay informed. Stay secure.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871</Words>
  <Application>Microsoft Office PowerPoint</Application>
  <PresentationFormat>Custom</PresentationFormat>
  <Paragraphs>130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subject>PptxGenJS Presentation</dc:subject>
  <dc:creator>CodeAlpha Intern</dc:creator>
  <cp:lastModifiedBy>LOQ</cp:lastModifiedBy>
  <cp:revision>1</cp:revision>
  <dcterms:created xsi:type="dcterms:W3CDTF">2026-06-16T06:26:09Z</dcterms:created>
  <dcterms:modified xsi:type="dcterms:W3CDTF">2026-06-16T12:16:13Z</dcterms:modified>
</cp:coreProperties>
</file>