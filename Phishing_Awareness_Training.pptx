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oogle.com/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900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s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19456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PHISHING AWARENESS TRAINING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640080" y="35661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take the bait — Learn to spot, stop, and report phishing attacks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10515600" y="5120640"/>
            <a:ext cx="1280160" cy="12801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1" descr="shield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5394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CodeAlpha Cyber Security Internship  |  Task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question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116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810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Phishing?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22860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basics of phishing attacks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480560" y="16459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09160" y="1874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envelope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116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810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Phishing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532120" y="22860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spear, smishing, vishing &amp; more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321040" y="16459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1874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usersecret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0116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372600" y="1810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Engineering Tactics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9372600" y="22860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attackers manipulate human psychology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33756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8680" y="3566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search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7033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91640" y="35021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Red Flags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169164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fake emails &amp; websites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80560" y="333756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709160" y="3566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shield_cher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7033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32120" y="35021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Best Practices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553212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safe online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321040" y="333756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3566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5" descr="grad_cher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37033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372600" y="35021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 Knowledge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937260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quiz to reinforce learning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990011"/>
          </a:solidFill>
          <a:ln/>
        </p:spPr>
      </p:sp>
      <p:pic>
        <p:nvPicPr>
          <p:cNvPr id="3" name="Image 0" descr="fis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37744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93192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"Hooking" victims with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bait — emails, messages,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websites designed to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trustworthy.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0" y="5486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Phishing?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0" y="146304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is a type of cyber attack where criminals impersonate a trustworthy organization or person to trick you into revealing sensitive information.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0" y="246888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usually aim to steal: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0" y="3063240"/>
            <a:ext cx="320040" cy="32004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9" name="Image 1" descr="times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3127248"/>
            <a:ext cx="192024" cy="1920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98932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&amp; login credentials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0" y="3657600"/>
            <a:ext cx="320040" cy="32004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2" descr="times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408" y="3721608"/>
            <a:ext cx="192024" cy="1920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989320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/ banking details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0" y="4251960"/>
            <a:ext cx="320040" cy="32004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5" name="Image 3" descr="times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8" y="431596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932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identification information (PII)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5486400" y="4846320"/>
            <a:ext cx="320040" cy="32004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8" name="Image 4" descr="times_cher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408" y="4910328"/>
            <a:ext cx="192024" cy="1920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989320" y="4800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company systems &amp; networks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Phishing Attacks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envelope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94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Phishing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920240" y="251460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emails impersonating banks, companies, or services to steal credentials.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0" y="17373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75120" y="201168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usersecret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 Phishing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7680960" y="251460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targeted attacks aimed at a specific person, using personal details.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48056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hone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634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480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 &amp; Vishing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920240" y="498348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via SMS text messages (smishing) or phone calls (vishing).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400800" y="420624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675120" y="448056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link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66344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80960" y="4480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/ Website Phishing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7680960" y="498348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websites that look identical to real ones, designed to capture logins.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Engineering Tactics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exploit human emotions and psychology — not just technology.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4320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account will be suspended in 24 hours!" — pressures victims into acting fast without thinking.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0" y="20116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2084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74320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Impersonating a CEO, bank, or government agency to seem legitimate and demand compliance.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60120" y="493776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of legal action, fines, or account closure to provoke a panicked response.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0" y="420624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 / Greed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720840" y="493776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"You've won a prize!" or fake invoices/attachments that tempt victims to click.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Spot a Phishing Email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035040" cy="4846320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54480"/>
            <a:ext cx="6035040" cy="502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54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</a:t>
            </a:r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Amaz0n-Support@secure-amazonn.com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</a:t>
            </a:r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you@example.com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</a:t>
            </a:r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URGENT: Your account has been suspended!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5577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749040"/>
            <a:ext cx="5577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Dear Customer,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detected unusual activity on your account. Click the link below within 24 hours to verify your identity, or your account will be permanently suspended.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Verify My Account Now ]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Security Team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94944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Flags to Look For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49440" y="224028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3" name="Image 0" descr="warning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1736" y="2313432"/>
            <a:ext cx="219456" cy="21945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52360" y="2194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Misspelled domain ("amazonn.com" instead of "amazon.com")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949440" y="2953512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6" name="Image 1" descr="warning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30266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452360" y="290779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greeting ("Dear Customer" instead of your name)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949440" y="3666744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9" name="Image 2" descr="warning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3739896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52360" y="362102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&amp; threats ("24 hours or suspended")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949440" y="4379976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22" name="Image 3" descr="warning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4453128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433425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 links — hover to preview the real URL before clicking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949440" y="5093208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25" name="Image 4" descr="warning_cher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1736" y="5166360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52360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for sensitive info via email/links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6949440" y="580644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28" name="Image 5" descr="warning_cher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1736" y="5879592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452360" y="5760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grammar, spelling errors, or odd formatting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Spot a Fake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6949440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2880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828800"/>
            <a:ext cx="146304" cy="146304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1828800"/>
            <a:ext cx="146304" cy="146304"/>
          </a:xfrm>
          <a:prstGeom prst="ellipse">
            <a:avLst/>
          </a:prstGeom>
          <a:solidFill>
            <a:srgbClr val="6BCB77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6492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pic>
        <p:nvPicPr>
          <p:cNvPr id="8" name="Image 0" descr="lockopen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40280"/>
            <a:ext cx="228600" cy="228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2148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00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http://www.paypa1-secure-login.com/account/verify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1" name="Image 1" descr="ban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27355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315468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HTTPS / padlock icon — connection isn't secure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4" name="Image 2" descr="ban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95935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43000" y="384048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Misspelled or unusual domain name (e.g. "paypa1" with a number 1)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40080" y="457200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7" name="Image 3" descr="ban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64515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43000" y="452628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words before the real domain (subdomains used to deceive)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40080" y="525780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20" name="Image 4" descr="ban_cher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53309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43000" y="521208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Pop-ups asking for login credentials repeatedly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640080" y="5943600"/>
            <a:ext cx="365760" cy="36576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23" name="Image 5" descr="ban_cher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6016752"/>
            <a:ext cx="219456" cy="219456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143000" y="589788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design quality, broken images, or low-resolution logos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7955280" y="164592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2F3C7E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26" name="Image 6" descr="check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874520"/>
            <a:ext cx="411480" cy="41148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877824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Click...</a:t>
            </a:r>
            <a:endParaRPr lang="en-US" sz="1700" dirty="0"/>
          </a:p>
        </p:txBody>
      </p:sp>
      <p:sp>
        <p:nvSpPr>
          <p:cNvPr id="28" name="Text 19"/>
          <p:cNvSpPr/>
          <p:nvPr/>
        </p:nvSpPr>
        <p:spPr>
          <a:xfrm>
            <a:off x="822960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Hover over links to preview the actual URL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229600" y="3383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Check sender's full email address carefully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8229600" y="4160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for HTTPS and the padlock symbol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822960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Type the website URL directly instead of clicking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8229600" y="5715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Verify by contacting the company through official channels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Example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6858000" cy="4754880"/>
          </a:xfrm>
          <a:prstGeom prst="roundRect">
            <a:avLst>
              <a:gd name="adj" fmla="val 962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4" name="Image 0" descr="envelope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9202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Your package could not be delivered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2651760"/>
            <a:ext cx="6309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delivery-notice@fedex-tracking-update.com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Dear Valued Customer,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attempted to deliver your package today but were unable to complete delivery due to an incomplete address. To reschedule delivery, please pay a small redelivery fee of $1.99 by clicking the link below within 48 hours, or your package will be returned to sender.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Reschedule Delivery ]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FedEx Customer Service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772400" y="1645920"/>
            <a:ext cx="3749040" cy="4754880"/>
          </a:xfrm>
          <a:prstGeom prst="roundRect">
            <a:avLst>
              <a:gd name="adj" fmla="val 1951"/>
            </a:avLst>
          </a:prstGeom>
          <a:solidFill>
            <a:srgbClr val="99001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092440" y="1920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Phishing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09244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 courier services rarely charge tiny 'redelivery fees' via email links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3383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Domain 'fedex-tracking-update.com' is NOT the official fedex.com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92440" y="4160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Creates urgency with a 48-hour deadline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92440" y="4937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Asks for payment/card details through an embedded link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92440" y="5715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Generic greeting, no tracking number or order reference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 to Stay Safe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search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130552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sender addresses, URLs, and contact companies directly through official channels.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lockopen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13055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4880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Strong Authentication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5488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Multi-Factor Authentication (MFA) so a stolen password alone isn't enough.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32104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953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shield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213055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95360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Software Updated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59536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browsers, antivirus, and apps regularly to patch security vulnerabilities.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" y="40690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14400" y="43434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ban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507992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Share Sensitive Info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1440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organizations never ask for passwords or OTPs via email or phone.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480560" y="40690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754880" y="43434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eye_cher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4507992"/>
            <a:ext cx="402336" cy="40233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75488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Before You Click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475488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over links, check attachments, and pause before reacting to urgent requests.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321040" y="40690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95360" y="43434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5" descr="users_cher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952" y="4507992"/>
            <a:ext cx="402336" cy="40233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59536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Educate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859536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suspicious emails to IT/security teams and share awareness with colleagues &amp; family.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097280"/>
            <a:ext cx="4114800" cy="4114800"/>
          </a:xfrm>
          <a:prstGeom prst="ellipse">
            <a:avLst/>
          </a:prstGeom>
          <a:solidFill>
            <a:srgbClr val="3F4F9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3F4F9E"/>
          </a:solidFill>
          <a:ln/>
        </p:spPr>
      </p:sp>
      <p:pic>
        <p:nvPicPr>
          <p:cNvPr id="4" name="Image 0" descr="gr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91440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60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 Knowledge!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50876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this short interactive quiz to check how well you can spot phishing attempts.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709160" y="4389120"/>
            <a:ext cx="2743200" cy="685800"/>
          </a:xfrm>
          <a:prstGeom prst="roundRect">
            <a:avLst>
              <a:gd name="adj" fmla="val 13333"/>
            </a:avLst>
          </a:prstGeom>
          <a:solidFill>
            <a:srgbClr val="99001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4709160" y="4389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Take the Quiz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08760" y="5303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https://forms.google.com/  (replace with your quiz link)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9900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011680"/>
            <a:ext cx="457200" cy="45720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5" name="Image 0" descr="check_che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1214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relies on deception and urgency — pause before you act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40080" y="28346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3017520"/>
            <a:ext cx="457200" cy="45720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9" name="Image 1" descr="check_cher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1272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8346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verify sender addresses, links, and requests independently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640080" y="38404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68680" y="4023360"/>
            <a:ext cx="457200" cy="45720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3" name="Image 2" descr="check_che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1330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384048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MFA wherever possible to add an extra layer of protection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68680" y="5029200"/>
            <a:ext cx="457200" cy="457200"/>
          </a:xfrm>
          <a:prstGeom prst="ellipse">
            <a:avLst/>
          </a:prstGeom>
          <a:solidFill>
            <a:srgbClr val="FCF6F5"/>
          </a:solidFill>
          <a:ln/>
        </p:spPr>
      </p:sp>
      <p:pic>
        <p:nvPicPr>
          <p:cNvPr id="17" name="Image 3" descr="check_cher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513892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54480" y="48463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don't click — report it to your security team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alert. Stay informed. Stay secure.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Phishing Awareness Training</dc:title>
  <dc:subject>PptxGenJS Presentation</dc:subject>
  <dc:creator>CodeAlpha Intern</dc:creator>
  <cp:lastModifiedBy>CodeAlpha Intern</cp:lastModifiedBy>
  <cp:revision>1</cp:revision>
  <dcterms:created xsi:type="dcterms:W3CDTF">2026-06-15T18:50:26Z</dcterms:created>
  <dcterms:modified xsi:type="dcterms:W3CDTF">2026-06-15T18:50:26Z</dcterms:modified>
</cp:coreProperties>
</file>